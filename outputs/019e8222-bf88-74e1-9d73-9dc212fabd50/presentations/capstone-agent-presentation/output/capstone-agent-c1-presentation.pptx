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486cdb0df41d1" /><Relationship Type="http://schemas.openxmlformats.org/officeDocument/2006/relationships/extended-properties" Target="/docProps/app.xml" Id="R0971d9519e904b42" /><Relationship Type="http://schemas.openxmlformats.org/officeDocument/2006/relationships/officeDocument" Target="/ppt/presentation.xml" Id="Ra2f30f67902f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19fa827ce430c"/>
  </p:sldMasterIdLst>
  <p:notesMasterIdLst>
    <p:notesMasterId xmlns:r="http://schemas.openxmlformats.org/officeDocument/2006/relationships" r:id="R4d5c8c747fb14052"/>
  </p:notesMasterIdLst>
  <p:sldIdLst>
    <p:sldId xmlns:r="http://schemas.openxmlformats.org/officeDocument/2006/relationships" id="256" r:id="R49204b9f0dc7495e"/>
    <p:sldId xmlns:r="http://schemas.openxmlformats.org/officeDocument/2006/relationships" id="257" r:id="Rb6b47b3cfed64599"/>
    <p:sldId xmlns:r="http://schemas.openxmlformats.org/officeDocument/2006/relationships" id="258" r:id="R076f16161c5d4bd2"/>
    <p:sldId xmlns:r="http://schemas.openxmlformats.org/officeDocument/2006/relationships" id="259" r:id="Rb0309fc7b95f4215"/>
    <p:sldId xmlns:r="http://schemas.openxmlformats.org/officeDocument/2006/relationships" id="260" r:id="Re0aeac31eb5047a2"/>
    <p:sldId xmlns:r="http://schemas.openxmlformats.org/officeDocument/2006/relationships" id="261" r:id="Rb3b430e7283a467c"/>
    <p:sldId xmlns:r="http://schemas.openxmlformats.org/officeDocument/2006/relationships" id="262" r:id="Rc2c46e9aa9074024"/>
    <p:sldId xmlns:r="http://schemas.openxmlformats.org/officeDocument/2006/relationships" id="263" r:id="R11e0893a9fae463a"/>
    <p:sldId xmlns:r="http://schemas.openxmlformats.org/officeDocument/2006/relationships" id="264" r:id="R75e11049bb684e20"/>
    <p:sldId xmlns:r="http://schemas.openxmlformats.org/officeDocument/2006/relationships" id="265" r:id="Rec54445528f243ae"/>
    <p:sldId xmlns:r="http://schemas.openxmlformats.org/officeDocument/2006/relationships" id="266" r:id="R0771ad8df1b94150"/>
    <p:sldId xmlns:r="http://schemas.openxmlformats.org/officeDocument/2006/relationships" id="267" r:id="R0c31b621b0e243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17ae9a8094439" /><Relationship Type="http://schemas.openxmlformats.org/officeDocument/2006/relationships/slideMaster" Target="/ppt/slideMasters/slideMaster1.xml" Id="R1e419fa827ce430c" /><Relationship Type="http://schemas.openxmlformats.org/officeDocument/2006/relationships/notesMaster" Target="/ppt/notesMasters/notesMaster1.xml" Id="R4d5c8c747fb14052" /><Relationship Type="http://schemas.openxmlformats.org/officeDocument/2006/relationships/presProps" Target="/ppt/presProps.xml" Id="Raf62780049c245fb" /><Relationship Type="http://schemas.openxmlformats.org/officeDocument/2006/relationships/viewProps" Target="/ppt/viewProps.xml" Id="R80c49163b0e6461c" /><Relationship Type="http://schemas.openxmlformats.org/officeDocument/2006/relationships/tableStyles" Target="/ppt/tableStyles.xml" Id="Rfe0533cfadae42ad" /><Relationship Type="http://schemas.openxmlformats.org/officeDocument/2006/relationships/slide" Target="/ppt/slides/slide1.xml" Id="R49204b9f0dc7495e" /><Relationship Type="http://schemas.openxmlformats.org/officeDocument/2006/relationships/slide" Target="/ppt/slides/slide2.xml" Id="Rb6b47b3cfed64599" /><Relationship Type="http://schemas.openxmlformats.org/officeDocument/2006/relationships/slide" Target="/ppt/slides/slide3.xml" Id="R076f16161c5d4bd2" /><Relationship Type="http://schemas.openxmlformats.org/officeDocument/2006/relationships/slide" Target="/ppt/slides/slide4.xml" Id="Rb0309fc7b95f4215" /><Relationship Type="http://schemas.openxmlformats.org/officeDocument/2006/relationships/slide" Target="/ppt/slides/slide5.xml" Id="Re0aeac31eb5047a2" /><Relationship Type="http://schemas.openxmlformats.org/officeDocument/2006/relationships/slide" Target="/ppt/slides/slide6.xml" Id="Rb3b430e7283a467c" /><Relationship Type="http://schemas.openxmlformats.org/officeDocument/2006/relationships/slide" Target="/ppt/slides/slide7.xml" Id="Rc2c46e9aa9074024" /><Relationship Type="http://schemas.openxmlformats.org/officeDocument/2006/relationships/slide" Target="/ppt/slides/slide8.xml" Id="R11e0893a9fae463a" /><Relationship Type="http://schemas.openxmlformats.org/officeDocument/2006/relationships/slide" Target="/ppt/slides/slide9.xml" Id="R75e11049bb684e20" /><Relationship Type="http://schemas.openxmlformats.org/officeDocument/2006/relationships/slide" Target="/ppt/slides/slide10.xml" Id="Rec54445528f243ae" /><Relationship Type="http://schemas.openxmlformats.org/officeDocument/2006/relationships/slide" Target="/ppt/slides/slide11.xml" Id="R0771ad8df1b94150" /><Relationship Type="http://schemas.openxmlformats.org/officeDocument/2006/relationships/slide" Target="/ppt/slides/slide12.xml" Id="R0c31b621b0e2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b687b4054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ae70d70cd94dea" /><Relationship Type="http://schemas.openxmlformats.org/officeDocument/2006/relationships/notesMaster" Target="/ppt/notesMasters/notesMaster1.xml" Id="R445c6aa2b0f4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45ef2adc24acf" /><Relationship Type="http://schemas.openxmlformats.org/officeDocument/2006/relationships/notesMaster" Target="/ppt/notesMasters/notesMaster1.xml" Id="R50e244bf50ad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e1ee9d30f49c7" /><Relationship Type="http://schemas.openxmlformats.org/officeDocument/2006/relationships/notesMaster" Target="/ppt/notesMasters/notesMaster1.xml" Id="R4d8733795e504b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6e64160be4fbd" /><Relationship Type="http://schemas.openxmlformats.org/officeDocument/2006/relationships/notesMaster" Target="/ppt/notesMasters/notesMaster1.xml" Id="Rc7939d79dffd4d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caf4c789a441f" /><Relationship Type="http://schemas.openxmlformats.org/officeDocument/2006/relationships/notesMaster" Target="/ppt/notesMasters/notesMaster1.xml" Id="R1a8380690b62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3cba984f642ff" /><Relationship Type="http://schemas.openxmlformats.org/officeDocument/2006/relationships/notesMaster" Target="/ppt/notesMasters/notesMaster1.xml" Id="R030bb611801d45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25e8808cd4ed6" /><Relationship Type="http://schemas.openxmlformats.org/officeDocument/2006/relationships/notesMaster" Target="/ppt/notesMasters/notesMaster1.xml" Id="R3257a075692b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5e79731c9545d5" /><Relationship Type="http://schemas.openxmlformats.org/officeDocument/2006/relationships/notesMaster" Target="/ppt/notesMasters/notesMaster1.xml" Id="R3189effd3e904c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864585d31048d8" /><Relationship Type="http://schemas.openxmlformats.org/officeDocument/2006/relationships/notesMaster" Target="/ppt/notesMasters/notesMaster1.xml" Id="R4d29183a171942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dee4471a434e01" /><Relationship Type="http://schemas.openxmlformats.org/officeDocument/2006/relationships/notesMaster" Target="/ppt/notesMasters/notesMaster1.xml" Id="R62e47337eb2049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49f7cd61a34cb3" /><Relationship Type="http://schemas.openxmlformats.org/officeDocument/2006/relationships/notesMaster" Target="/ppt/notesMasters/notesMaster1.xml" Id="R653ec83df1584e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ed4bcd1dfd4da2" /><Relationship Type="http://schemas.openxmlformats.org/officeDocument/2006/relationships/notesMaster" Target="/ppt/notesMasters/notesMaster1.xml" Id="R3ff19ad92122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665a7d74f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55576941a4fcc" /><Relationship Type="http://schemas.openxmlformats.org/officeDocument/2006/relationships/slideLayout" Target="/ppt/slideLayouts/slideLayout1.xml" Id="R663d3cd606be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d3cd606be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ac4f48ba84c57" /><Relationship Type="http://schemas.openxmlformats.org/officeDocument/2006/relationships/notesSlide" Target="/ppt/notesSlides/notesSlide1.xml" Id="R19805012dcd5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9e2a17cd4ed2" /><Relationship Type="http://schemas.openxmlformats.org/officeDocument/2006/relationships/notesSlide" Target="/ppt/notesSlides/notesSlide2.xml" Id="R23e6e4bf6c55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39eeabbfe41d7" /><Relationship Type="http://schemas.openxmlformats.org/officeDocument/2006/relationships/notesSlide" Target="/ppt/notesSlides/notesSlide3.xml" Id="R5da0e7f61d8147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d0b2f5f234f37" /><Relationship Type="http://schemas.openxmlformats.org/officeDocument/2006/relationships/notesSlide" Target="/ppt/notesSlides/notesSlide4.xml" Id="R994741c62fd5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5c5cf211b425d" /><Relationship Type="http://schemas.openxmlformats.org/officeDocument/2006/relationships/notesSlide" Target="/ppt/notesSlides/notesSlide5.xml" Id="Rdacee27f620b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3af41e894adc" /><Relationship Type="http://schemas.openxmlformats.org/officeDocument/2006/relationships/notesSlide" Target="/ppt/notesSlides/notesSlide6.xml" Id="R25b209a1a04f41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2d3a85d04050" /><Relationship Type="http://schemas.openxmlformats.org/officeDocument/2006/relationships/notesSlide" Target="/ppt/notesSlides/notesSlide7.xml" Id="Rf754d5a017694a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fec6e2dbf45df" /><Relationship Type="http://schemas.openxmlformats.org/officeDocument/2006/relationships/notesSlide" Target="/ppt/notesSlides/notesSlide8.xml" Id="Rf9ce2e196f044a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0a52a610d45d3" /><Relationship Type="http://schemas.openxmlformats.org/officeDocument/2006/relationships/notesSlide" Target="/ppt/notesSlides/notesSlide9.xml" Id="Re16b2f931fcb44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823ca76a43f8" /><Relationship Type="http://schemas.openxmlformats.org/officeDocument/2006/relationships/notesSlide" Target="/ppt/notesSlides/notesSlide10.xml" Id="R32e408a9c7bc46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44d927d5f45fc" /><Relationship Type="http://schemas.openxmlformats.org/officeDocument/2006/relationships/notesSlide" Target="/ppt/notesSlides/notesSlide11.xml" Id="R39616295fe2b40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e7304b554be0" /><Relationship Type="http://schemas.openxmlformats.org/officeDocument/2006/relationships/notesSlide" Target="/ppt/notesSlides/notesSlide12.xml" Id="R4ee38863b2b242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FF415-7268-4647-B1DC-3689CE8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69AB9-0A7C-4EFE-A87C-B90CA89E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F4B45-F800-4FFF-A154-A1D8DA22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43DE5-59E3-4890-BD2B-C40EE21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캡스톤종합프로젝트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3E7F-324E-4B19-9130-9D161F6F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Capstone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CD2CA-9CFD-4EDC-946C-D4FC317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52550"/>
            <a:ext cx="6334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선택형 데이터 소스와 분석 도구를 결합한 데스크톱 AI 에이전트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67F16-AF35-42FF-81EE-F3CFA2E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538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로컬 프로젝트 기록을 선택하고, 근거 기반 답변과 다음 액션을 생성하는 데스크톱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78C77-0916-4E48-B0D8-BFB370E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C6216-C839-4E95-B52B-44B77A6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Data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B41D8-7663-4089-B693-DB87B00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FC3F3-F8A0-4082-87D9-319B6FB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14433-0F01-4AD3-9D61-D6261A9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286A5-6594-46B7-92B5-3F015AD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Evidence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CAB23-C970-4271-A20D-951CB83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4A109-63E4-46C6-BB3D-F64AEBD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Query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CB379-FA07-45B0-A535-768C279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055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GitHub c1 @ 35b29fb · Electron + React + TypeScript + sql.js</a:t>
            </a:r>
          </a:p>
        </p:txBody>
      </p:sp>
    </p:spTree>
    <p:extLst>
      <p:ext uri="{BB962C8B-B14F-4D97-AF65-F5344CB8AC3E}">
        <p14:creationId xmlns:p14="http://schemas.microsoft.com/office/powerpoint/2010/main" val="7390692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D917B-E239-420D-9814-12E7873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D41B-1975-4327-8CE2-541EC05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71509-CDC6-49F8-8624-5419F79B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331BA-F25C-450D-ADCA-6BF2CD7F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B197-BCD7-48E7-A713-8AA58AB1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프로젝트 상태 질문은 여러 기록을 동시에 봐야 답할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F0170-8C99-4D45-A3AD-EDCF77E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3FBF0-B6C4-422E-9096-56CE3A50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43F1D-3B6C-4D7F-9BCA-28A9066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진행 내역은 커밋 로그와 브랜치에 남지만 자연어 질문으로 바로 쓰기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3FDBF-1780-4747-9804-351FC6F8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430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7ED26-4E6F-4D6A-BB42-71FA99F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5991C-9C31-464D-ABE3-4E9CA3A2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결정사항과 할 일은 회의록에 흩어져 있고 후속 추적이 약하다.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755FD-BFB5-489B-BB8D-55EF0621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4167E-BF1A-42C1-B1E6-DC0CE2A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A1208-E6E2-4AFF-A3A5-8ADD0F54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상태/담당자/마감일은 구조화되어도 근거 연결이 필요하다.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9E810-4EA4-42A9-86E6-F0AA2450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718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381D9-F054-451C-9D4C-E8F00F9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62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C5836-DEA7-4310-A7C9-590D3DE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861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로컬 문서는 검색과 근거 제시가 없으면 답변 신뢰도가 떨어진다.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97341-30DD-42A6-ACED-DE9FF87D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03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3BC78-1EBD-4C40-8015-EECD8C21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핵심 문제: 답변 자체보다 답변에 사용된 근거를 함께 보여주는 흐름이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0779911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B31FD-2E58-4019-9F58-029B9F5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2FF0-C9DD-40FD-98B6-6D326BA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8E285-068A-4C8E-9FCB-EBE7277B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29C5F-96B0-490F-B024-4AAE9A9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4C192-CF7B-4D78-8936-E353994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해결 방향은 Data Source + Tool + Prompt 조합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C9781-2D32-4CD4-A8BD-A2676660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사용자는 Dashboard에서 필요한 데이터와 분석 방식을 선택하고 질문한다.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E571A-1F50-423D-84D5-E2E4BEE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00E71-58F7-490B-B044-62CEF0AF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Data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E6A17-6177-4618-AF36-7FC68709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선택할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08EB7-F127-4A3C-9D3E-DD9F944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8972E-0053-482B-8DC8-4009CA9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CB9D7-70E5-447C-903E-9103546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Tool /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CD67B-01E7-4676-895E-6B464E76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분석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352ED-C996-4A26-889A-1F889589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D794C-B78F-4FD7-A558-E245DD5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7A06D-0303-4F40-B66C-A1AC301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010DB-6BBE-463E-81E3-C956F72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자연어 질문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89D82-84D7-40A2-8D31-785ED018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7F646-12A2-4FAE-BDD6-55B516D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58510-3BAE-45A7-B46A-7841B8F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Analysis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D0C25-1576-42B5-85F0-3A619115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요약 + 근거 + 액션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779D8-0E92-47F1-A70D-6966AACC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4BA56-6435-43D9-B074-F04E9C9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BF8E4-5CA1-474D-B00A-8EB4055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Git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A894E-EECC-4E96-86B7-90D5274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E1B8A-C966-4E43-B763-8C31F82F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Meeting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230BB-EB74-4464-AB73-4C3C7365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EADCF-420A-46BD-8E1B-7D7FE976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Tasks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27A0C-0F8B-4936-92B7-98A2AF4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EE985-D7FC-4E11-9319-2E484EC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Local Documents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7D8807-E4F8-46E0-B688-F5A2790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5BC0A-AC90-441E-BD9A-AF17330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C83652-82A3-4DBA-AF77-8C16D62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Git Progress Analyzer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01A16-1365-4192-8A54-3AF3188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04B0A-D223-47F2-82FA-066B2F3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Meeting Summarizer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76A7D-2E32-4E1A-A7A4-D4709135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C22A5-8FE5-4B93-929A-33400D5A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Task Status Query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9D1F8B-A6AF-41A0-B0E3-5151B6FC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64AD94-1D82-4ED6-A986-D0F3CFE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Document Search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7ED937-CFBB-4CF6-AEB3-927C3502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A79ACA-FDD5-42C1-9422-78C12200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Cross-source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784901-A5B9-4495-9DD9-8402903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9D825A-DEA6-482E-B0A6-CAA6155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Report Generator</a:t>
            </a:r>
          </a:p>
        </p:txBody>
      </p:sp>
    </p:spTree>
    <p:extLst>
      <p:ext uri="{BB962C8B-B14F-4D97-AF65-F5344CB8AC3E}">
        <p14:creationId xmlns:p14="http://schemas.microsoft.com/office/powerpoint/2010/main" val="20484055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4F10C-8601-4E5B-9F26-4105412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E1C5-0A57-4B6D-A3E3-8B5629A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00ADE-018C-4C8F-B6AE-9517346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2574-E711-4002-AE99-5822B67E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1AB5E-A425-4D57-BAAF-BD4662B3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c1 브랜치는 80개 추적 파일로 데스크톱 AI 에이전트를 구성한다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045C-B885-465D-A8E2-5AE74DA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EA2FA-2396-461C-BA8B-EF033821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src/renderer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F8882-57A8-49DE-BF2E-755BAE94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Dashboard, Documents, GitActivity, Tasks, MeetingNotes, Settings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155E6-F78E-432A-8E44-873E549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049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456B9-EDB6-479C-832F-48FC85E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src/preload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03B70-3D12-4638-8492-CB3FCF84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Renderer에서 main process로 접근하는 window.api IPC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E7C1F-BEB9-4799-9C0E-BBE7297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3B397-1AF0-4359-867C-DB1419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src/main/handlers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92065-3E9A-497C-B7D1-9DB41C0A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query, git, document, task, meeting, settings 요청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3287B-04FE-4159-AA00-0CA8E88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BD97C-21E3-427C-823C-4426F8C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src/main/services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9ADE9-5582-4003-AAFB-3177999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623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RAG, chunking, question classification, LLM, git, metrics 서비스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7F4D1-323F-4F50-B461-47F0FE5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A9CD9-F576-4CB1-ACB6-5E3D30D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src/main/database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A8BE5-955D-43B1-920E-95BED2E6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sql.js schema, migrations, repositories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87032-24B7-494B-9883-BE526BD8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671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A2302-2E4D-45C3-85C7-17E13005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scripts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74AEA-8A0E-4340-B13C-94DE986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434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RAG 평가 데이터셋과 DB 검사 유틸리티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52706-D3E7-4DBD-952B-2D5612A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발표자료는 현재 c1 = origin/c1 기준 파일 구조와 핵심 구현 파일을 근거로 작성했다.</a:t>
            </a:r>
          </a:p>
        </p:txBody>
      </p:sp>
    </p:spTree>
    <p:extLst>
      <p:ext uri="{BB962C8B-B14F-4D97-AF65-F5344CB8AC3E}">
        <p14:creationId xmlns:p14="http://schemas.microsoft.com/office/powerpoint/2010/main" val="17933370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F3032-F471-4C23-8749-B0331F38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2923A-65C6-4E2A-BCF4-D5586EF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1A51-5BC1-4F24-B79B-E8FB6E7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8D6A9-A096-4F3C-A87A-8610AD2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A27BF-7E19-4B29-9B50-B0ED191D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시스템은 Electron 내부에서 UI, IPC, 로컬 저장소, LLM 호출을 분리한다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AD59D-6309-42F0-AD35-BF420BB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5872C-91E4-4613-9E96-EC5D765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956EE-AF0E-4BB9-A701-E1BF2970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6C756-1482-4EA8-84D5-2BE0498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Renderer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2FA36-DD50-492F-B2AD-48797405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React pages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Dashboard / Documents / Git Activity /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0E27A-715A-48E7-A6D3-7A303113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3778A-5712-45BE-B096-73AEF70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E4BC0-AEF5-4739-A9A2-D9D6CD9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BC605-E31B-4149-A54E-47066B5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94D4E-E429-46CF-9AD9-76A4AA2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Preload IPC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DCCD1-43C6-4D81-BF06-DBB256AC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window.api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query:run / document / git /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4550F-69DA-4176-82CB-1907EF9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FCDCC-0D7C-49A5-B42B-07EC2846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1CADF-5B4E-4C1F-B424-3652C21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5986B-50FB-4161-817E-084AC7FE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425AD-C605-4A8C-9312-6E91AF16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Main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49D5F-9A86-4796-B697-AC90A4D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queryHandlers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source collection / validation / logging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C7E12-254F-4AA6-B288-09842AC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7CA2E-9D24-4D97-9054-65C51AC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CEFAB-8B36-4623-BD16-5A44E2D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A5287-DF37-492E-B6CF-CCBAE597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B232F-1E57-4CE8-964A-AD698EF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AAE65-964D-43F8-9875-9856670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sql.js SQLite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projects / tasks / docs / query_logs / evidence_logs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33119-78E8-4C68-A53F-C4F01C8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958C4-79FB-4136-8E1C-F42E8EC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F1D892-0AE1-41AA-A56E-AFA2E73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482C9-0BA5-4DB1-92EC-288D9898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68F88-62C1-4DC2-891C-61DCE457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CB357-DF91-413B-98C3-63441B2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Local Git + files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OpenAI / Gemini / Claude provider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2443D-6F49-417A-955E-B12ACF00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경계가 명확하기 때문에 UI 변경, 데이터 수집, LLM 호출, 저장소 스키마를 독립적으로 검증할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6737569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E7FA4-3269-44BE-8EF3-DBE2C95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EBEF9-FA2B-4A96-967B-029B334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BBE07-DCC3-4463-9035-0C6D241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52D1B-2086-4B87-8CF3-6319AE8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4483-0E04-4469-8DFC-C0E93FBC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처리 파이프라인은 검색, 점수화, LLM, 로그 저장 순서로 닫힌다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B4D3-C20B-41A7-BC0F-B0099AD0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EFC43-C94C-444D-999D-82C00E74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2ED3-FB1D-4199-9711-4F9D0817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12A02-43A7-472B-8F56-FD04234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선택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6BCA-4D61-463F-9C3E-1E3E8938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toolRequiredSources와 Git 경로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0E6D4-5FF8-4DF0-AD4E-C3381385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56557-D68F-423A-A115-7C4FA5A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F4798-83A7-43AB-BA97-D079BC2D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9327C-9556-412A-9D2C-E5D14963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Source 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27AE8-3722-402B-9ED0-1EFA2074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git log, meetings, tasks, document chunks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C11DD-DCD3-4641-BD3C-0E3A915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7E32C-CD97-43BE-BA06-85D6A22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69E01-BF84-481A-9631-DAB4B09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0FC0A-7464-458A-9E72-71BE7A7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전처리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161E4-F0BE-4CD7-B74A-05E64BD2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keywords 추출 + question type 분류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84843-98E9-448B-B703-C1D9C6A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3B041-077C-43E4-B50D-306C122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3055F-0D4D-439A-AE02-5FA9B3E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77F0E-80E8-4852-8A00-8A3EA99C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Context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47783-C0FD-4865-B495-07F15021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chunking, scoring weights, threshold, topK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16B5E-2E5E-4907-910A-63F010BC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28966-AFB1-4178-AA7F-905DB588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2E2EC-F2C5-487C-8E33-F2DDB7A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908D9-E834-4D4C-98B3-3735D3E2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LLM 호출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6EC81-871C-46E1-9A03-67F926E3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provider 설정으로 chat messages 전송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2ACEF-7388-4A4A-A21D-7E45FC30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679FF-2AC9-4CA7-B8A0-85877211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A3017D-DAB7-45C2-88BD-A101941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84B9A-8685-48CF-9FEF-C0325A9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9E17D8-F99C-47DD-A399-5628FD7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query_logs, ai_logs, evidence_logs, metrics</a:t>
            </a:r>
          </a:p>
        </p:txBody>
      </p:sp>
    </p:spTree>
    <p:extLst>
      <p:ext uri="{BB962C8B-B14F-4D97-AF65-F5344CB8AC3E}">
        <p14:creationId xmlns:p14="http://schemas.microsoft.com/office/powerpoint/2010/main" val="863081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E4F66-76F8-45BC-ACC6-22C5560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FEB1-F5B8-4011-80F9-C68E088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80012-6E34-4310-ACB4-4582A78F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3299D-5D36-4D96-BF23-64EBC0C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6D48F-4FF8-45D1-8EE6-608AEFBA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데이터 소스와 도구는 명시적인 조합으로 동작한다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F5629-D258-48AA-B57F-8428C5F8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B6923-2466-4608-A26B-AF36BB05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79315-2282-4AB0-99DA-9E95D2C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66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9E51-FBCD-4C48-B799-E7D5641B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370E1-B201-4AC7-B3A8-9ECADE8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66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C59E4-8133-47E2-B838-ADACF86E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03C89-D4AF-4989-B3D6-8DAE6AA0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D270D-BC1E-4609-A134-040D9266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66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31E52-2E40-4BF0-A317-F60752F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357C7-F5FE-4016-B4F0-38A614E0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Git 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61B40-5484-42FF-A647-DBD58C0F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 Progress Analyzer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EE058-44C1-44C2-ADAB-494AFF3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브랜치, 원격, 최근 커밋, 진행 요약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4B2E5-CCCE-4ABD-8E8A-04E9ED3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08A76-F0F9-49A6-ACE2-C65088B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F9FCF-0558-4B48-8CA3-5EB29E2A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8A42D-4E5C-41B8-A48E-27A3081C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Meeting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7ACDC-686A-414E-B268-6BCCBFA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Meeting Summarizer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28041-3D27-449A-AF9A-33AC64B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회의 내용 요약과 결정사항 추출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5F8D5-C041-4D7C-A293-1AA3EADC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FB408-87A3-4F10-B645-D7824A1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235F3-D3D9-4E0D-9760-BA91F908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14F47-B2F7-49F6-A8E0-A15DB80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D1EDE-CA02-4792-B351-9051E51F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 Status Query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127CA-2E83-478D-98F8-788F5553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상태, 우선순위, 담당자, 마감일 질의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07B2D-F11D-43BE-A2C8-1AC2FD8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1847A-7C95-4E27-80F5-68D92FB0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74DB4C-B74B-44AF-A07E-F1DB6BF1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ED536-5C95-43F8-B587-B8AF234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Local Documents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C950E-DAE3-4FB9-9CC1-2E1297AD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48EBC-9A07-4DD9-BF7F-3C1D1504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FTS 검색과 fallback recent chunk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C460A-095A-4412-A6C4-9A883473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63A478-257B-41ED-ABBE-AFFB90A4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1BC30-58E6-43BB-B910-D92482D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FCB6E3-21E5-4B27-A41B-5765DA8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Mixed Sources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4E920E-2C53-4858-B8B0-B68EC6DF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Cross-source Report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09C885-47DA-4700-8C62-61829BE2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Git + 회의 + 태스크 근거 병합</a:t>
            </a:r>
          </a:p>
        </p:txBody>
      </p:sp>
    </p:spTree>
    <p:extLst>
      <p:ext uri="{BB962C8B-B14F-4D97-AF65-F5344CB8AC3E}">
        <p14:creationId xmlns:p14="http://schemas.microsoft.com/office/powerpoint/2010/main" val="8948005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76A7F7-67FB-4407-899B-B4454722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FB30B-237F-46FD-A2FB-A58085E1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6C63D-884F-4E12-AB68-416DD75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CDE65-D134-4B9A-882C-DDA10019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B1AFB-39BE-4C77-B582-F9F6AE4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피드백은 검색 점수와 context 크기를 다음 질문에 반영한다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7EA44-ACDE-4B3A-B2AA-927B8200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191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FF544-2D91-4D1E-A789-F7060D9E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ScoringWeights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13B1C-8A9E-4D8E-B413-A0DFC482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wKeywordBase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1C7E6-6BAC-493A-AC81-2E02BD42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키워드 일치 기본 점수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22586-D126-419D-AB71-8A8BA5B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wFreqBonus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26960-DBC6-4860-8096-9E5016A9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반복 출현 보너스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FF95A-3DBC-4515-9546-05964E1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wPositionBonus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24555-A766-4AF9-A747-50707B6E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문서 앞쪽 위치 보너스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340E9-B61D-4E3E-913F-5B5F5DCD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wTitleMatch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6591D-6AD3-4716-85F1-931E761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제목 매칭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E3599-0E8F-40CB-B363-1D63E0AF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wFirstChunk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C7D17-BDDD-422B-A056-E289D06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814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첫 청크 보너스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A0325-2A35-4562-80CC-B79B74CD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wMeetingType / wTaskType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521F4-8AA3-44AA-BD91-489FFF19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소스 타입 가중치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D7030-ABF1-442F-BDA5-2461C333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5438C-609E-4532-BEBF-CDB50A2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6687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Evidence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470FF-D5F2-41DB-BFAF-B2DDF1E2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40BD1-6CCC-466A-88EA-626C94E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7A293-6ACE-4DE9-A142-7765ADA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8602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interested / not_interested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CAAA0-9996-449F-BBB2-E7A0D0E3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612C7-CEC2-42D7-9D60-6D4220A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2AEC4-5D4F-435F-A8E3-F8AAA93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Bayesian n값 반영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BFB20-03DC-4D5E-BC3C-5E195B5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2CDD0-D2A4-4F6A-BA99-08D93DA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96993-5EF0-4ADF-A71A-3596EF3E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2432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다음 질문 scoring 변화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2D148-738A-4431-9D04-CBBB99DD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Debug Mode는 scoringWeights, selectedChunks, chunkFeatures를 Analysis Results에 노출한다.</a:t>
            </a:r>
          </a:p>
        </p:txBody>
      </p:sp>
    </p:spTree>
    <p:extLst>
      <p:ext uri="{BB962C8B-B14F-4D97-AF65-F5344CB8AC3E}">
        <p14:creationId xmlns:p14="http://schemas.microsoft.com/office/powerpoint/2010/main" val="12420170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F5F28-F30C-44D0-A1C7-20D05186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A94EC-4BC8-4B10-BDFE-08FE9A2F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6C001-6A61-4C5B-9AEE-6FCA676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8E29-C824-4F8C-8D31-3ED718EC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17D5-8AE9-48D0-AFA3-285B9CC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실행 검증은 DB 로그와 query-metrics.log로 남긴다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89B22-7958-4BC8-BA85-BF485BB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63C78-2411-4CB2-A762-A1B3DE6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sql.js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51C83-8E7F-490C-A70E-7BD54083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BE97-0E00-417A-A31D-6683C6F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Electron userData/capstone-agent.db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projects, meetings, tasks, document_sources, document_chunks_fts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51A1B-2EE7-42B0-82C2-72C2395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B97E8-01D7-4B6B-B7A2-BE55270D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로그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907E2-B54C-49DE-BC56-28B8D05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FEE71-DB86-423B-89F4-877FF22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query별 retrieval 결과 스냅샷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score와 metadata로 피드백 추적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A48BE-A9BC-40FD-BC8F-318E49A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D6F15-7C7C-493B-9F4A-420D27C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3DF1F-3BE8-4E37-9BCF-36D1E14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118B4-3DE3-4CCA-A6D9-E704A39F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원 질문, provider/model, token usage, LLM 지연시간, 전체 소요시간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Windows: AppData\Roaming\capstone-agent\query-metrics.log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A7548-AD25-4BAC-BB1E-FA39B29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로그는 데모 실패 원인을 재현하는 데 필요한 최소 증거다: 원 질문, 토큰, 지연시간, 선택 청크 수.</a:t>
            </a:r>
          </a:p>
        </p:txBody>
      </p:sp>
    </p:spTree>
    <p:extLst>
      <p:ext uri="{BB962C8B-B14F-4D97-AF65-F5344CB8AC3E}">
        <p14:creationId xmlns:p14="http://schemas.microsoft.com/office/powerpoint/2010/main" val="18782149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2ECC0-9A83-408A-A7A5-4EB6886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C99B9-A792-4BF1-A20E-6F8B78B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0BF6-9232-4E0B-BF3A-2A311C6B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65DE-0F36-4D3F-834A-01227A11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9B119-F7F8-4FBA-BE8B-D905B644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최근 c1 브랜치는 근거 검색과 학습 검증에 집중되어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0E58-8808-44AD-8096-CF36BE5F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476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A620F-DCB8-48C2-932F-C84AFF89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14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8E7B7-0E95-4123-B8E6-E31B1FF5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38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35b29fb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CA32C-C644-46A3-B92E-DD207A4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383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Suggest Action LLM 연동 및 JSON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D218A-9BCD-4D3F-AA3F-7F4BEF0E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F6031-0930-409B-886F-5053CBD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e77eb24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0DBCA-7A64-4419-90C2-A2C4BA2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 로그 경로 출력 보강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691CB-7DAF-4431-B56E-3CD68A9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F1C5F-6456-4ACF-BBE1-2705ED57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3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95d1e24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FCCC2-C8B6-479F-BAE3-218DB1F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43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학습률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A6E5F-02A1-4420-AD80-D9F2E95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40E69-5012-4E5E-B575-EBDE8951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495f63b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92063-7145-4972-9E12-5280268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956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 로그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1BDAD-21FC-45F0-AEC2-E65387A8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EBBC-ECC9-4870-BD35-DBCB0B5E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78d67ec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F4302-00F7-4690-AAFC-9630938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48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기본 threshold 0.5에서 0.2로 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68B20-145B-4121-A2D8-3E3BC34D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76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531FB-9A19-4B90-9A85-60A2589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d6a8abc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6E920-B306-4520-8128-CAED1A5C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학습 초기화 버튼 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B9E7C-FCB2-4C1D-8AF1-49D1E64C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721B4-FC4B-4DE3-9F3B-9C4A22C9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Latest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193DA-64EC-4E8E-B008-F68B230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branch c1 = origin/c1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55AF7-7B8E-4E1D-8940-B221B63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검증 기준: 로컬 c1과 origin/c1이 동일한 최신 커밋을 가리킴.</a:t>
            </a:r>
          </a:p>
        </p:txBody>
      </p:sp>
    </p:spTree>
    <p:extLst>
      <p:ext uri="{BB962C8B-B14F-4D97-AF65-F5344CB8AC3E}">
        <p14:creationId xmlns:p14="http://schemas.microsoft.com/office/powerpoint/2010/main" val="19365091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98C37-BD92-4F30-9DFA-222A5FED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28E49-8BC8-4DD7-96DD-EE3F0BBD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5DA62-EE85-4EF0-9A59-184AB74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D59F-0C30-4755-B818-D0C2EB6B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6E5B0-E891-4EAB-91BB-2A99275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발표 시 검증은 실제 질문 4개로 보여주는 것이 가장 설득력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02CCF-02DE-4B71-AC9E-6C55FA9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BA42-607B-4AAC-A193-004BE544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D1886-8161-40A3-94BE-D4CF6B2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764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최근 git 커밋 기준으로 프로젝트 진행 상황을 요약해줘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5269D-01D3-4E9D-8279-81E213E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504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8A7B5-2C15-43BD-9203-07E5012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0B5B5-CDB1-438A-8D9C-4AC9E3D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764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로컬 문서 기준으로 중간발표 준비 상태를 알려줘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6C7FC-3AB4-4205-B5AB-EC6E4B05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80026-FE9F-427B-8F12-44D5CB0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FA5BA-F7B3-4D03-83BA-4F48EC2B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194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아직 완료되지 않은 high priority 태스크를 알려줘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987EC-23D3-4356-85A3-07FF4D9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47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87E83-E7D8-4F48-8403-2971B92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38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60E7D-E543-4D29-B307-109A6BB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194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지난 회의 이후 진행된 작업과 남은 리스크를 요약해줘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9D42A-68B3-4AA7-A9D1-CA236FD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확인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A483B-F932-42D6-A43F-43E2A19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5E394-81E8-44F0-91D8-A6E93022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표시 여부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4AB3-F3DD-4C75-94AD-D81B8F6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29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036DC-5234-4A93-B044-88F33B85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69582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Debug Mode scoringWeights 변화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F1369-5B1A-4656-9948-FE106CB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82D3B-EEF0-457B-9562-C35859AC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query-metrics.log 토큰/시간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BCD03-ED4A-46CA-BC0C-D3932D9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673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091FC-24E6-45F4-BB5C-7BB243CB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13397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Suggested Actions JSON 파싱 결과</a:t>
            </a:r>
          </a:p>
        </p:txBody>
      </p:sp>
    </p:spTree>
    <p:extLst>
      <p:ext uri="{BB962C8B-B14F-4D97-AF65-F5344CB8AC3E}">
        <p14:creationId xmlns:p14="http://schemas.microsoft.com/office/powerpoint/2010/main" val="10079575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4720F-4F2A-479F-8073-DAAEC81C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BE54-F960-4C5E-9642-F80E11AE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68DBA-FE1B-45B9-94FA-D86FEE65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ABCA0-9A10-4E25-981B-2678744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34CDE-EBB8-48FC-AAA4-BCE5EF5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남은 과제는 데모 안정화와 발표 완성도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1B0D7-04B6-4383-B28F-1DF45AD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50C99-A3C6-478F-9E4D-76588FB7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097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121BA-E7FC-4DBC-8C1F-622B0A19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API key, Git path, local document indexing, DB 초기 상태를 데모 전에 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B837E-841B-4B7B-9E9C-E33FE9E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Evaluation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E7F85-AACA-442E-B4D3-034550DA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860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647AD-A903-4B6F-9D71-227F4FF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데이터 소스별 정답 가능 질문과 근거 없는 질문을 분리해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FC5E-C743-4757-97EE-D3708F4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8E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8E3F"/>
                </a:solidFill>
                <a:latin typeface="Aptos"/>
                <a:ea typeface="Aptos"/>
                <a:cs typeface="Aptos"/>
              </a:rPr>
              <a:t>UX polish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892EE-2237-40ED-9306-A2B1B27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FC99F-0DDA-41E9-9639-5FE592E1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Dashboard, Analysis Results, feedback state를 발표용 화면 흐름으로 정리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03E72-C106-4A6E-83A8-62BAF01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52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5200"/>
                </a:solidFill>
                <a:latin typeface="Aptos"/>
                <a:ea typeface="Aptos"/>
                <a:cs typeface="Aptos"/>
              </a:rPr>
              <a:t>Packaging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01D8D-8D05-4B25-B65C-F935635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EFC31-0F51-4883-8EB3-551BDD0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새 컴퓨터 실행 가이드: npm install, API key 설정, npm run dev, Git/문서 경로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C4594-7FA5-45DB-9191-C1453632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933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55E27-9C80-42B2-AA6A-122276BC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4355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목표: 답변을 생성하는 앱이 아니라, 근거를 확인하며 프로젝트 진행을 추적하는 로컬 AI 에이전트</a:t>
            </a:r>
          </a:p>
        </p:txBody>
      </p:sp>
    </p:spTree>
    <p:extLst>
      <p:ext uri="{BB962C8B-B14F-4D97-AF65-F5344CB8AC3E}">
        <p14:creationId xmlns:p14="http://schemas.microsoft.com/office/powerpoint/2010/main" val="1856736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2026-06-05T11:10:40.8270000Z</dcterms:created>
  <dcterms:modified xsi:type="dcterms:W3CDTF">2026-06-05T11:10:40.8270000Z</dcterms:modified>
</coreProperties>
</file>
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878946878846db" /><Relationship Type="http://schemas.openxmlformats.org/officeDocument/2006/relationships/extended-properties" Target="/docProps/app.xml" Id="Raffea3f116324a13" /><Relationship Type="http://schemas.openxmlformats.org/officeDocument/2006/relationships/officeDocument" Target="/ppt/presentation.xml" Id="Rf9e90e1f72c247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2b53cd157d49db"/>
  </p:sldMasterIdLst>
  <p:notesMasterIdLst>
    <p:notesMasterId xmlns:r="http://schemas.openxmlformats.org/officeDocument/2006/relationships" r:id="R08373e886cc54919"/>
  </p:notesMasterIdLst>
  <p:sldIdLst>
    <p:sldId xmlns:r="http://schemas.openxmlformats.org/officeDocument/2006/relationships" id="256" r:id="Rcbea029f269f48d5"/>
    <p:sldId xmlns:r="http://schemas.openxmlformats.org/officeDocument/2006/relationships" id="257" r:id="R7a10af4d9fc94ccf"/>
    <p:sldId xmlns:r="http://schemas.openxmlformats.org/officeDocument/2006/relationships" id="258" r:id="R02f32cdf2af64047"/>
    <p:sldId xmlns:r="http://schemas.openxmlformats.org/officeDocument/2006/relationships" id="259" r:id="R737ec286940142fe"/>
    <p:sldId xmlns:r="http://schemas.openxmlformats.org/officeDocument/2006/relationships" id="260" r:id="R39a8aa3b058548fb"/>
    <p:sldId xmlns:r="http://schemas.openxmlformats.org/officeDocument/2006/relationships" id="261" r:id="Rfff6fc17d26d4021"/>
    <p:sldId xmlns:r="http://schemas.openxmlformats.org/officeDocument/2006/relationships" id="262" r:id="Rfddedad0a83b411a"/>
    <p:sldId xmlns:r="http://schemas.openxmlformats.org/officeDocument/2006/relationships" id="263" r:id="R052570641f0342fe"/>
    <p:sldId xmlns:r="http://schemas.openxmlformats.org/officeDocument/2006/relationships" id="264" r:id="R153ae18d7fe84d4b"/>
    <p:sldId xmlns:r="http://schemas.openxmlformats.org/officeDocument/2006/relationships" id="265" r:id="R5103bc3a77974d88"/>
    <p:sldId xmlns:r="http://schemas.openxmlformats.org/officeDocument/2006/relationships" id="266" r:id="Rbb1dc01e23ab4c2c"/>
    <p:sldId xmlns:r="http://schemas.openxmlformats.org/officeDocument/2006/relationships" id="267" r:id="R7aba5c57f6d746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07a8c6a966487b" /><Relationship Type="http://schemas.openxmlformats.org/officeDocument/2006/relationships/slideMaster" Target="/ppt/slideMasters/slideMaster1.xml" Id="R2b2b53cd157d49db" /><Relationship Type="http://schemas.openxmlformats.org/officeDocument/2006/relationships/notesMaster" Target="/ppt/notesMasters/notesMaster1.xml" Id="R08373e886cc54919" /><Relationship Type="http://schemas.openxmlformats.org/officeDocument/2006/relationships/presProps" Target="/ppt/presProps.xml" Id="R070e03e265ec4b02" /><Relationship Type="http://schemas.openxmlformats.org/officeDocument/2006/relationships/viewProps" Target="/ppt/viewProps.xml" Id="Ra2254d1f96b04739" /><Relationship Type="http://schemas.openxmlformats.org/officeDocument/2006/relationships/tableStyles" Target="/ppt/tableStyles.xml" Id="R9709f268a97842bc" /><Relationship Type="http://schemas.openxmlformats.org/officeDocument/2006/relationships/slide" Target="/ppt/slides/slide1.xml" Id="Rcbea029f269f48d5" /><Relationship Type="http://schemas.openxmlformats.org/officeDocument/2006/relationships/slide" Target="/ppt/slides/slide2.xml" Id="R7a10af4d9fc94ccf" /><Relationship Type="http://schemas.openxmlformats.org/officeDocument/2006/relationships/slide" Target="/ppt/slides/slide3.xml" Id="R02f32cdf2af64047" /><Relationship Type="http://schemas.openxmlformats.org/officeDocument/2006/relationships/slide" Target="/ppt/slides/slide4.xml" Id="R737ec286940142fe" /><Relationship Type="http://schemas.openxmlformats.org/officeDocument/2006/relationships/slide" Target="/ppt/slides/slide5.xml" Id="R39a8aa3b058548fb" /><Relationship Type="http://schemas.openxmlformats.org/officeDocument/2006/relationships/slide" Target="/ppt/slides/slide6.xml" Id="Rfff6fc17d26d4021" /><Relationship Type="http://schemas.openxmlformats.org/officeDocument/2006/relationships/slide" Target="/ppt/slides/slide7.xml" Id="Rfddedad0a83b411a" /><Relationship Type="http://schemas.openxmlformats.org/officeDocument/2006/relationships/slide" Target="/ppt/slides/slide8.xml" Id="R052570641f0342fe" /><Relationship Type="http://schemas.openxmlformats.org/officeDocument/2006/relationships/slide" Target="/ppt/slides/slide9.xml" Id="R153ae18d7fe84d4b" /><Relationship Type="http://schemas.openxmlformats.org/officeDocument/2006/relationships/slide" Target="/ppt/slides/slide10.xml" Id="R5103bc3a77974d88" /><Relationship Type="http://schemas.openxmlformats.org/officeDocument/2006/relationships/slide" Target="/ppt/slides/slide11.xml" Id="Rbb1dc01e23ab4c2c" /><Relationship Type="http://schemas.openxmlformats.org/officeDocument/2006/relationships/slide" Target="/ppt/slides/slide12.xml" Id="R7aba5c57f6d746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4f843201e45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217f95959546e3" /><Relationship Type="http://schemas.openxmlformats.org/officeDocument/2006/relationships/notesMaster" Target="/ppt/notesMasters/notesMaster1.xml" Id="R074b62c3c1b2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73e9dbcf848b9" /><Relationship Type="http://schemas.openxmlformats.org/officeDocument/2006/relationships/notesMaster" Target="/ppt/notesMasters/notesMaster1.xml" Id="R10e00137675644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946b419b114752" /><Relationship Type="http://schemas.openxmlformats.org/officeDocument/2006/relationships/notesMaster" Target="/ppt/notesMasters/notesMaster1.xml" Id="Rd72ff9a2c6ad4d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31f7913321403a" /><Relationship Type="http://schemas.openxmlformats.org/officeDocument/2006/relationships/notesMaster" Target="/ppt/notesMasters/notesMaster1.xml" Id="R8499fb9236004a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29ecf7d0a47c5" /><Relationship Type="http://schemas.openxmlformats.org/officeDocument/2006/relationships/notesMaster" Target="/ppt/notesMasters/notesMaster1.xml" Id="R1d5dcbf9f4444b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936342a3ed452e" /><Relationship Type="http://schemas.openxmlformats.org/officeDocument/2006/relationships/notesMaster" Target="/ppt/notesMasters/notesMaster1.xml" Id="Ra6ab0a7bc58241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2843526f7e44c5" /><Relationship Type="http://schemas.openxmlformats.org/officeDocument/2006/relationships/notesMaster" Target="/ppt/notesMasters/notesMaster1.xml" Id="R115272bba1c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0000defd504d46" /><Relationship Type="http://schemas.openxmlformats.org/officeDocument/2006/relationships/notesMaster" Target="/ppt/notesMasters/notesMaster1.xml" Id="R218d561a4a16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58bc156cb5466d" /><Relationship Type="http://schemas.openxmlformats.org/officeDocument/2006/relationships/notesMaster" Target="/ppt/notesMasters/notesMaster1.xml" Id="Ref00f8aa1a8d4b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bc02894e214494" /><Relationship Type="http://schemas.openxmlformats.org/officeDocument/2006/relationships/notesMaster" Target="/ppt/notesMasters/notesMaster1.xml" Id="Re3c4ccffa4bc4c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e8a00a792c421d" /><Relationship Type="http://schemas.openxmlformats.org/officeDocument/2006/relationships/notesMaster" Target="/ppt/notesMasters/notesMaster1.xml" Id="R74109451d7f64a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66a8edbbdd4e8a" /><Relationship Type="http://schemas.openxmlformats.org/officeDocument/2006/relationships/notesMaster" Target="/ppt/notesMasters/notesMaster1.xml" Id="R2c1c3a1f373b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0fd230ffa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a64de369f4399" /><Relationship Type="http://schemas.openxmlformats.org/officeDocument/2006/relationships/slideLayout" Target="/ppt/slideLayouts/slideLayout1.xml" Id="R060502b8919149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502b8919149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f6c380a5b4565" /><Relationship Type="http://schemas.openxmlformats.org/officeDocument/2006/relationships/notesSlide" Target="/ppt/notesSlides/notesSlide1.xml" Id="R21da73d4d84641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7d73950154950" /><Relationship Type="http://schemas.openxmlformats.org/officeDocument/2006/relationships/notesSlide" Target="/ppt/notesSlides/notesSlide2.xml" Id="R58baae4521fd4a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4756213f4313" /><Relationship Type="http://schemas.openxmlformats.org/officeDocument/2006/relationships/notesSlide" Target="/ppt/notesSlides/notesSlide3.xml" Id="R82e8377ade5d47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da5ac73244a0d" /><Relationship Type="http://schemas.openxmlformats.org/officeDocument/2006/relationships/notesSlide" Target="/ppt/notesSlides/notesSlide4.xml" Id="Rbd68a12b1f4943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202421a574163" /><Relationship Type="http://schemas.openxmlformats.org/officeDocument/2006/relationships/notesSlide" Target="/ppt/notesSlides/notesSlide5.xml" Id="Rdfd3367c3a13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54fb9073147cf" /><Relationship Type="http://schemas.openxmlformats.org/officeDocument/2006/relationships/notesSlide" Target="/ppt/notesSlides/notesSlide6.xml" Id="R9a5548f6acb246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6118f12ea4f3a" /><Relationship Type="http://schemas.openxmlformats.org/officeDocument/2006/relationships/notesSlide" Target="/ppt/notesSlides/notesSlide7.xml" Id="R114c91403d234c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c32621837444e" /><Relationship Type="http://schemas.openxmlformats.org/officeDocument/2006/relationships/notesSlide" Target="/ppt/notesSlides/notesSlide8.xml" Id="R503c08d000cc47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081512d0b4572" /><Relationship Type="http://schemas.openxmlformats.org/officeDocument/2006/relationships/notesSlide" Target="/ppt/notesSlides/notesSlide9.xml" Id="R6108732baa1a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03cf06ed74cc6" /><Relationship Type="http://schemas.openxmlformats.org/officeDocument/2006/relationships/notesSlide" Target="/ppt/notesSlides/notesSlide10.xml" Id="R2f3468ec207540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4280e9cbf4dfe" /><Relationship Type="http://schemas.openxmlformats.org/officeDocument/2006/relationships/notesSlide" Target="/ppt/notesSlides/notesSlide11.xml" Id="R42d01c34050843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635c0a33436b" /><Relationship Type="http://schemas.openxmlformats.org/officeDocument/2006/relationships/notesSlide" Target="/ppt/notesSlides/notesSlide12.xml" Id="R981ade2076fe45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26237-92AF-47E4-8167-809F598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67ADC-93C9-4B8B-9E00-19E2514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BCAB9-CCD6-4C22-9AA5-4A804169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9EBE0-70E1-491E-907B-551555E0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캡스톤종합프로젝트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4E17F-C446-4140-AF40-6FEF6842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Capstone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70246-D179-4FBE-BABC-09E156D1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52550"/>
            <a:ext cx="6334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선택형 데이터 소스와 분석 도구를 결합한 데스크톱 AI 에이전트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6B700-7213-40E1-B83A-9E72E69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538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로컬 프로젝트 기록을 선택하고, 근거 기반 답변과 다음 액션을 생성하는 데스크톱 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8F036-E34C-4E36-89AF-7F08585C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30A4E-3516-45D3-A11E-4E0FE211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Data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B4198-0A97-414F-AC90-64A0A8FF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63B66-4E75-435D-881B-53062891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DDDDC-2104-4263-B045-62BFCCE8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C7642-1FCD-4728-939F-D104616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Evidence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F77DA-AEAB-4779-8D8E-067B5E4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65581-A63C-4335-98F4-5D2592B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Query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D929D-ADBE-4E17-BF03-FF9C439B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055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GitHub c1 @ 35b29fb · Electron + React + TypeScript + sql.js</a:t>
            </a:r>
          </a:p>
        </p:txBody>
      </p:sp>
    </p:spTree>
    <p:extLst>
      <p:ext uri="{BB962C8B-B14F-4D97-AF65-F5344CB8AC3E}">
        <p14:creationId xmlns:p14="http://schemas.microsoft.com/office/powerpoint/2010/main" val="5787549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E5123-75AF-4ED7-8869-A7DA2EA8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050F9-B02F-4FE5-8082-C92DC6AC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8F306-0EAA-4A81-B214-0E0128BF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9FD1-0A08-4998-9945-6503302A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5805B-C329-46DC-A980-5B57233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프로젝트 상태 질문은 여러 기록을 동시에 봐야 답할 수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8DF48-35C7-444D-B7CE-6018678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C45C-F8BE-443A-8DF7-1AFA255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42A8B-5866-43CC-9C3A-D103E49A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진행 내역은 커밋 로그와 브랜치에 남지만 자연어 질문으로 바로 쓰기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CA128-1651-4D07-9911-FEA7D8D9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430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C4C8A-E6EA-4EDF-A431-3348100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335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8A03B-A7C6-4284-9D9B-68568FA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결정사항과 할 일은 회의록에 흩어져 있고 후속 추적이 약하다.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248C6-840A-4437-B4EB-F53563F5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A7878-5198-4AAB-A7EF-F560E8FF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1EFB2-619D-4E53-8420-3ED5061F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상태/담당자/마감일은 구조화되어도 근거 연결이 필요하다.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DA7C-F43C-4E4A-86DD-154224A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7180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AED75-FCD0-41D0-916E-81052879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62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9BC20-D6CB-45F5-9478-0B8B02F1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861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로컬 문서는 검색과 근거 제시가 없으면 답변 신뢰도가 떨어진다.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A4320-DEAE-47CD-9F54-C58D78BB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03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59A3F-56E5-42A2-9EDA-63906716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핵심 문제: 답변 자체보다 답변에 사용된 근거를 함께 보여주는 흐름이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802244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0B3BCD-67A2-49C3-BEA9-29AFC11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19229-1424-4453-B7C4-EA2CEC7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AC9F2-C768-4FD6-8FEA-7F8B723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DBB9C-757D-4073-8D7F-A841F1F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CD4B6-1AEA-411B-B618-401D4D8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해결 방향은 Data Source + Tool + Prompt 조합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0C95A-0F63-4AE5-8B3B-760D90B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사용자는 Dashboard에서 필요한 데이터와 분석 방식을 선택하고 질문한다.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3D781-AF03-499A-8608-6D953A7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86862-DFBF-4763-A19A-B9807123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Data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D0663-9DC2-416F-B028-0303BB55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선택할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6CB2A-53E5-48F5-AEFB-812FA3BB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431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760DF-CDEA-4B1A-90FB-177F77B5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D27ED-57F1-4826-956F-9AB8F0D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Tool /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2CEF3-38E7-45E5-9357-1E946871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분석 방식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D7A38-45BE-480B-9C8A-FBCAA87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431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A60D4-C139-4F1A-A942-4950AC0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69506-05F8-4EB5-8847-74DF8BC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F26BB-1E0B-48F0-BBE3-A25BC760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자연어 질문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601C0-246D-4569-AFF7-31E322C2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EFFED-169D-4EB0-A208-4BB4D27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675B6-D037-4203-B38A-B1A5539E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Analysis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699AB-F40A-44A7-9150-0C3A9655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요약 + 근거 + 액션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7AFCA-80EF-4986-B6D5-48BE08F7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7A33B-359B-4C87-90F5-CC660CAA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9CFF4-BC8D-4277-BB3A-DA4FC94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Git 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08A00-9090-4D05-ACFA-0CE19AE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D113E-1332-4987-8485-AF0B382F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Meeting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16838-100E-41C8-9AA5-AB8D095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972EE-5CBF-4715-8F2A-ED4478DD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Tasks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607A2-EB81-4C3F-AAC5-5D74B88C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019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FCFCB-6425-49BD-86C6-EB8A04F8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95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Local Documents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0C14D-2BEE-4043-9B7D-797D10EC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5ABC0-4D8F-4758-86FD-713BF5B3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7E8B6-D728-4B8A-AA3A-616F0D9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006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Git Progress Analyzer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8173DD-5C9B-47E1-9442-2FE7C03C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339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508B0-3C8A-468D-864B-937F498A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006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Meeting Summarizer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6F8E1B-BABD-40D6-B681-EE76273A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57128D-3AC2-42F3-96AA-66CCFFF3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Task Status Query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6F705A-EB2B-4286-9429-76BDD5D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A629B-B2DE-4D44-BD75-CDE5827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Document Search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E4EB88-8273-47F3-890E-F82670A3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530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C9FFD8-E768-406F-94AD-CE4857A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197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Cross-source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1CAD93-627C-4278-BF2A-08CF16F6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53050"/>
            <a:ext cx="2781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10FB6A-D754-46DB-9BA6-C9D902B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197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Report Generator</a:t>
            </a:r>
          </a:p>
        </p:txBody>
      </p:sp>
    </p:spTree>
    <p:extLst>
      <p:ext uri="{BB962C8B-B14F-4D97-AF65-F5344CB8AC3E}">
        <p14:creationId xmlns:p14="http://schemas.microsoft.com/office/powerpoint/2010/main" val="17066031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413D54-611B-4A68-B168-FCCDDC57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27C28-7D1E-419C-A983-92031DB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81D7A-73AA-48FE-A910-6691F09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6D5E3-E8C4-41A2-B6F8-EAF5AFC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161E9-A91F-464C-AFF4-6F25546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Figma는 발표/설계 단계의 UI 프로토타입 도구로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591CF-0165-4C0C-8F70-889B0440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0957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B3230-CC03-456D-8B87-379C02B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Figma</a:t>
            </a:r>
          </a:p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Screen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5A418-9D7B-41DF-B2D8-0D964A3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83EA0-D111-47CD-A282-DD52E6C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73C4C-021B-4A5B-8F80-515660F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050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9C8D3-9232-4FAA-A808-26A936E0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820B1-DB65-41C0-AE5A-461C3EFB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Analysis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1C45F-06DD-47EA-8624-98FC769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956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C0F35-2C2A-44C5-88BA-BBE0B011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9DAD5-B0B3-4D24-BC51-5A8FF8EC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433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61433-DF8E-4753-94F7-D5B8A35A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861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3F3CA-5285-49CC-8D20-143ADDC9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CF619-D832-40D8-A270-8ABAA923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160EC-5A44-4EEC-8F2A-F190A119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76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C3870-2B8D-4F89-8BEE-8CE7CFD2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57350"/>
            <a:ext cx="472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Dashboard의 Data Source 선택, Tool 선택, Query 입력, Analysis Results 흐름을 한 화면 단위로 정리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1D96D-FA7A-4BB8-B2F3-596BE34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28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EBA42-2C8A-4E6A-9F88-83E794FB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472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Documents, Git Activity, Tasks, Meeting Notes, Settings 화면의 정보 우선순위와 상태를 설계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6CF1A-5A13-417A-8303-22B28A53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81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651AF-4A45-4F15-85EE-85C0FFEC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62350"/>
            <a:ext cx="472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Debug Mode, evidence feedback, Suggested Actions 같은 검증 기능의 표시 위치를 사전에 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0A118-F3FC-4034-860D-B3C58E9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530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저장소에는 Figma 파일이 포함되어 있지 않아, PPT에는 '설계 도구로 사용 예정' 범위로만 표기했다.</a:t>
            </a:r>
          </a:p>
        </p:txBody>
      </p:sp>
    </p:spTree>
    <p:extLst>
      <p:ext uri="{BB962C8B-B14F-4D97-AF65-F5344CB8AC3E}">
        <p14:creationId xmlns:p14="http://schemas.microsoft.com/office/powerpoint/2010/main" val="9985381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8D064-F6F2-4AF1-8FF5-1A7582B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6B7A1-C6F2-489B-874D-396987E8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238F-CE9F-43A3-9A46-BFA4AE26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5DE38-5265-4C03-865A-4E201A08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ACAA6-682B-4574-B9F7-4FC60F2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시스템은 Electron 내부에서 UI, IPC, 로컬 저장소, LLM 호출을 분리한다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56CA9-713C-47B8-986C-A284367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E49CD-27B9-488A-810E-3B7D883A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08451-71BB-4938-A4FA-6BA68D2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1D886-4386-4AE4-BE43-7A39BB94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Renderer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5289C-AF25-41E2-B402-1F992716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React pages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Dashboard / Documents / Git Activity /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83D62-A318-49C2-855B-44981EF5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1C1A2-727B-4475-BEFF-3CE7432F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F4525-F851-4A4F-ACA2-BAD1F36E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332D8-B988-4CC3-93C7-CA4FDB7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65F2F-B56F-43EC-A8FF-B7161EA4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Preload IPC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34241-A67C-45F7-B7B9-59705F6F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window.api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query:run / document / git /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0B145-3FDC-4CC1-AD12-D030367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FF3F9-A819-4E73-A204-A8C74C0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94A7B-457A-4EC8-B3FC-78880F71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B67D6-1726-491F-A3F0-E61530B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0EC95-0749-45CD-92EF-268D513B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Main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AFBF5-CC8C-4531-8992-BF87DB58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queryHandlers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source collection / validation / logging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30B7F-109F-4C53-BBE8-37F5B55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13FA1-EDDC-4D01-BA53-A5603CA6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833B1-D817-424D-AA45-990C5D43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4715A-DAE7-46B0-A06B-647CAE53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4B4F5-C542-4ED5-BE5E-01706FE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C2E9E-C301-4BDD-A3CB-78BF259B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sql.js SQLite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projects / tasks / docs / query_logs / evidence_logs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1CB4A-2355-4499-A79B-44F979C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D9211-0045-4EE9-9BAA-F61460A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1809750" cy="2247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2AA6F6-7EC0-421E-9247-B53EDFF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21553-238F-4B1E-9A0D-6781CC24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077C0-84F6-48FF-A01E-404CD3C8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C8700B-D7DE-4F24-A953-6B0D5508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Local Git + files</a:t>
            </a:r>
          </a:p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OpenAI / Gemini / Claude provider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0C74F-882B-4F75-A8E5-0414F7DA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경계가 명확하기 때문에 UI 변경, 데이터 수집, LLM 호출, 저장소 스키마를 독립적으로 검증할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47318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83265-FB1E-42E5-825B-7966AD8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1EAE3-EAF2-4B51-BB69-9438F73C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1E5BC-1D1B-4328-B395-2C6367FD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AD1C8-FC71-499B-80D8-D12B018B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24701-D7D8-4FCE-95D8-4BA1BD8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처리 파이프라인은 검색, 점수화, LLM, 로그 저장 순서로 닫힌다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2263C-F882-41DD-A13B-13FDE8CB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8CF34-34EA-4E5A-AC18-51A31420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C402D-3DAA-498A-B029-397F632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FBC38-0945-4B76-B96D-7779DAD5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62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선택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1D992-15CD-45CB-BB54-AA6B13CE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toolRequiredSources와 Git 경로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40DB7-5B22-4F03-88D5-C697C74C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430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E3B55-7AF7-4C8E-B115-2B7F3180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4FF03-CDE6-4007-BE31-0ED7D55C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38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143E1-2FEB-4C31-A03D-787299AC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62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Source 수집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B2286-6F2D-47D5-BA2E-432AEF94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git log, meetings, tasks, document chunks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96623-5501-4C3D-A8A0-2DDE54E4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430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97D64-B88F-472A-9AA7-98A4D42D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90619-7850-49BC-91F8-70803A8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8CE1E-F263-44E5-A286-E052DA6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621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전처리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BF667-0E19-42EC-82A1-2FA5902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keywords 추출 + question type 분류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53574-87CE-4FA4-9D46-52E32C4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87973-C806-4AFA-A7DB-A568C7F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E481F-4DE9-472E-BE15-52CA3D5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48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069DD-B5B9-422A-8EFB-3C5FF68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Context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B1D6B-41A8-4917-857F-FE1BF42A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05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chunking, scoring weights, threshold, topK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150C5-0635-41E7-AC8C-29B20B99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528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F9D9A-5865-497C-B5C4-5492C3BE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F7DF3-1B92-4806-98D0-B389EF40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48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DD8A5-F7BB-4313-B58C-440CFDB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LLM 호출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76B71-1551-47E7-B92D-1851614B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provider 설정으로 chat messages 전송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FAA9F-F418-400E-98E0-FC9C4C28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528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5DB3B-1614-4AFF-A403-6891E401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196FB-7D3B-4AF1-A58A-81B2D2B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36DF15-5B67-4B15-B53E-56F2A441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75A14-BEEE-4124-BF13-476722F4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query_logs, ai_logs, evidence_logs, metrics</a:t>
            </a:r>
          </a:p>
        </p:txBody>
      </p:sp>
    </p:spTree>
    <p:extLst>
      <p:ext uri="{BB962C8B-B14F-4D97-AF65-F5344CB8AC3E}">
        <p14:creationId xmlns:p14="http://schemas.microsoft.com/office/powerpoint/2010/main" val="19958437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6B562-A16A-488B-8960-F74A228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06739-DDD1-4520-9265-8C125B0A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B5B64-286A-41F3-8395-6A56119A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D9CDF-21FF-4C05-8475-4FC8C29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B1423-53B5-4DE3-AF4C-7AF4A85C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데이터 소스와 도구는 명시적인 조합으로 동작한다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BF075-3457-4F5E-83A2-154D8332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5A5A1-A832-4415-8505-CAC2F753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8B7FB-AFBD-4CAC-BE98-B377B34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66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FB846-0BE6-4B3C-885C-D19E4E22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BFB40-62DE-41AE-8F9F-54D7DD7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668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3D029-4355-475B-972C-698056D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16BB9-529C-4726-A4AC-E08B099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CFC87-58AD-47E2-B5FD-19345BE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66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DC27D-10FA-4826-A4C7-722620CD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8EAE7-D75A-4FE7-B394-E500AE69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Git 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07BC8-EDFD-4596-B5EE-D7DCAA9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 Progress Analyzer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36565-8E63-4142-9575-C9E828DF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브랜치, 원격, 최근 커밋, 진행 요약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F22EF-9A8E-45A4-AC30-9899185D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26413-397B-4DE7-81C8-BF4B26B1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1B653-B603-4115-8633-155B05F1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6FF82-C6A5-4DC4-83F0-ED15D2AD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Meeting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95910-2701-42AE-A295-77307570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Meeting Summarizer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DC784-A32D-48D2-A68A-4CC98F80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회의 내용 요약과 결정사항 추출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4A6BF-6FF1-40F6-8AF9-B7542A7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68BE1-8A85-4024-9EF6-9202A01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17A98-5604-4667-9AC6-44F87F02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96D2B-A985-491E-80B3-A5BB063B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28087-8FF2-47D3-9CDE-7F49E6F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 Status Query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2E507-A810-4A9B-A91C-309A795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상태, 우선순위, 담당자, 마감일 질의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83B6CF-BF72-4D87-872F-491C7095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58FB16-D010-4898-9630-12AB4C26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98DE26-D760-4902-BB3A-539B0E6B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B5B321-E3E0-4F1E-A91B-49FDDD2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Local Documents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CB5FD-1342-4E10-93C9-ED20E69D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Document 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9D981B-F25D-45CE-A794-B806FC97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FTS 검색과 fallback recent chunk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F0870-3753-463B-9F02-04871FF7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D0E5CC-828B-4806-A9CC-6B99A85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33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E9824-9B4F-42A2-8822-13380E6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87041B-A16F-4F8A-B7DE-5EE3D87E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Mixed Sources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EEE131-5F57-4021-931F-6D7EAA79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Cross-source Report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A8FDEE-22CA-4FB6-9F18-5EE14460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Git + 회의 + 태스크 근거 병합</a:t>
            </a:r>
          </a:p>
        </p:txBody>
      </p:sp>
    </p:spTree>
    <p:extLst>
      <p:ext uri="{BB962C8B-B14F-4D97-AF65-F5344CB8AC3E}">
        <p14:creationId xmlns:p14="http://schemas.microsoft.com/office/powerpoint/2010/main" val="7259427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04122-8EB0-4BE8-9835-130FA15C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6AB5A-1D85-43AA-BC4C-B511CBF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C8C6D-0E54-4618-A549-73067EC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6628E-1CCD-4016-A190-48A27D5B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684B0-F6B2-4576-B35D-027DB7C9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Evidence 피드백은 검색 점수와 context 크기를 다음 질문에 반영한다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3FF63-A630-48E5-B023-198063C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1910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D81D2-13EA-4B93-889F-AC7080A9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ScoringWeights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A34A2-515A-48C3-82F7-C35FDFCA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wKeywordBase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1518-9B44-4BB1-BBA6-19DA091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키워드 일치 기본 점수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96200-1838-42BC-B5AC-5382649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wFreqBonus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9E51D-6223-4100-8A02-FFBE8AB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반복 출현 보너스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2F843-F393-480E-8C08-96FE2373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wPositionBonus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BAE2B-F3F5-4CA0-8DE4-AD3A3A2C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문서 앞쪽 위치 보너스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D6C5A-D8E4-4B7A-A3D0-9CD506D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wTitleMatch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04275-B0F6-4F36-91BD-40469AC7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제목 매칭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1B6CA-EC03-42C3-90B2-B633993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wFirstChunk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50B00-AB93-4AC6-82E4-685D1EC2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814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첫 청크 보너스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D996E-3234-41E7-8CE6-D98CFF5A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wMeetingType / wTaskType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E8387-2099-4A55-A7E1-C5E2CB4E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소스 타입 가중치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4D6AB-A240-4CC8-A0F1-5A190B46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002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8E98B-02E1-4409-B423-34B5C7F9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6687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Evidence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D5636-B38A-472F-919A-0098DAE9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77CFF-DC36-4367-A6DF-3C24047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193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70501-0377-49C2-829B-397EF4E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8602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interested / not_interested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79350-DE7E-4F79-A29D-6020E14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7DB17-00B4-436D-A911-27DD87D9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4373A-6CBE-4EBF-8EB0-C34DBD9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Bayesian n값 반영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4940F-607F-4001-86F5-0A96DA5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EF8E98-F7A9-47C1-8572-B607EA6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57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1C99BD-F661-4A6A-A783-A14224E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2432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5200"/>
                </a:solidFill>
                <a:latin typeface="Malgun Gothic"/>
                <a:ea typeface="Malgun Gothic"/>
                <a:cs typeface="Malgun Gothic"/>
              </a:rPr>
              <a:t>다음 질문 scoring 변화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E36F15-86A2-4BFE-A604-A815CFF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Debug Mode는 scoringWeights, selectedChunks, chunkFeatures를 Analysis Results에 노출한다.</a:t>
            </a:r>
          </a:p>
        </p:txBody>
      </p:sp>
    </p:spTree>
    <p:extLst>
      <p:ext uri="{BB962C8B-B14F-4D97-AF65-F5344CB8AC3E}">
        <p14:creationId xmlns:p14="http://schemas.microsoft.com/office/powerpoint/2010/main" val="8231587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B1D06-D74D-4677-A0EB-8272B330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D0BF4-D875-436E-9645-B5EA2628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56E0A-770F-40EB-A829-9D8226FB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52B99-F6C0-4416-B988-3E985F17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1E1F6-906E-4512-A64B-B9502AE4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실행 검증은 DB 로그와 query-metrics.log로 남긴다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DF696-5679-434E-8E55-0316BC5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905125" cy="2952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74EF1-61E3-4B81-A8FA-D3F08D5B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sql.js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C7094-5C5F-44B6-9FB5-D8C158F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0A265-E23C-4D9E-B4EA-91EC4F3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3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Electron userData/capstone-agent.db</a:t>
            </a:r>
          </a:p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projects, meetings, tasks, document_sources, document_chunks_fts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9C237-611E-4B7D-A8FB-FB8FD547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14500"/>
            <a:ext cx="2905125" cy="2952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C71F5-840A-472A-BA4C-A0C1879F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Evidence 로그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549EC-CB68-4BAF-A09C-379BCBB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B3C91-A31E-4C42-B52D-841B4B3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33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query별 retrieval 결과 스냅샷</a:t>
            </a:r>
          </a:p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score와 metadata로 피드백 추적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0208F-002E-4D5D-9289-7D794CA5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2905125" cy="2952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F7DEC-2FF3-4E46-BAA5-1144808B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메트릭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2984C-6B6B-4E6A-AA3C-6B9493D7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9B39C-E383-446C-ACDD-03D6311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33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원 질문, provider/model, token usage, LLM 지연시간, 전체 소요시간</a:t>
            </a:r>
          </a:p>
          <a:p xmlns:a="http://schemas.openxmlformats.org/drawingml/2006/main">
            <a:pPr algn="l">
              <a:def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Windows: AppData\Roaming\capstone-agent\query-metrics.log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40291-0AE3-42FF-9B26-859D808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76F51"/>
                </a:solidFill>
                <a:latin typeface="Malgun Gothic"/>
                <a:ea typeface="Malgun Gothic"/>
                <a:cs typeface="Malgun Gothic"/>
              </a:rPr>
              <a:t>로그는 데모 실패 원인을 재현하는 데 필요한 최소 증거다: 원 질문, 토큰, 지연시간, 선택 청크 수.</a:t>
            </a:r>
          </a:p>
        </p:txBody>
      </p:sp>
    </p:spTree>
    <p:extLst>
      <p:ext uri="{BB962C8B-B14F-4D97-AF65-F5344CB8AC3E}">
        <p14:creationId xmlns:p14="http://schemas.microsoft.com/office/powerpoint/2010/main" val="9383783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86DBE-86DD-4A4C-9682-E0128D9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2EA92-991C-4AC6-824C-A3C4224D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ACC87-8175-4330-9FFD-F32B025F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8F492-42AC-4E04-B700-3CD19421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5C14A-9FCA-49FC-B741-800EDF29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최근 c1 브랜치는 근거 검색과 학습 검증에 집중되어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483A4-DA39-4905-83A8-F74D1397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476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0CA9D-98F7-49E8-ACCA-06D52DD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14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DFE94-A055-4867-81A5-00BC820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38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35b29fb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86D3D-03F2-4FFD-B35A-91FB88F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383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Suggest Action LLM 연동 및 JSON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944C6-5AED-40E3-96DC-BF187CA9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E442E-1576-46A8-9CA4-DEA0DD62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e77eb24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99200-E6C7-41C4-8587-06B8CA5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메트릭 로그 경로 출력 보강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7820F-E303-41A5-8DDA-02E8B14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25BE7-66FE-472D-AB70-E45E1430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3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95d1e24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ED180-759D-4535-9073-54FB2450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432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학습률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AE2DC-1A12-4F2F-A9D6-2FB8E2D2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D4884-3AB6-4669-919D-8038CEB2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95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495f63b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1B40D-85C4-403A-B9F4-D715909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956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질문 메트릭 로그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9DB07-CDB7-4FAB-82DE-3C9C3BC6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58BAE-CBE4-4794-9F06-FCD2DFF2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78d67ec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5CEC5-16F9-4E0F-99B7-9595A81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481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기본 threshold 0.5에서 0.2로 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50676-7D62-41D1-9168-70DD728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76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6360F-4109-49F5-9365-3285D6B4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d6a8abc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33EC0-C840-450E-9B2F-C2E1F3E9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학습 초기화 버튼 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8BBDA-A07F-476F-9B21-E594F2C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6CFC2-4791-48D5-95F3-64D65BBF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431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Latest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E1D19-D327-4B5F-815A-D1A0509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branch c1 = origin/c1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824B1-E1D5-417A-BF79-66E3A7A6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B73"/>
                </a:solidFill>
                <a:latin typeface="Malgun Gothic"/>
                <a:ea typeface="Malgun Gothic"/>
                <a:cs typeface="Malgun Gothic"/>
              </a:rPr>
              <a:t>검증 기준: 로컬 c1과 origin/c1이 동일한 최신 커밋을 가리킴.</a:t>
            </a:r>
          </a:p>
        </p:txBody>
      </p:sp>
    </p:spTree>
    <p:extLst>
      <p:ext uri="{BB962C8B-B14F-4D97-AF65-F5344CB8AC3E}">
        <p14:creationId xmlns:p14="http://schemas.microsoft.com/office/powerpoint/2010/main" val="9257132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7A9D16-91FF-465F-ACF4-54ECBE50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63605-FDAC-41B0-A6FC-9389A642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F9DEA-EB14-4B00-8C7D-0D761AE6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2E2F5-2ED3-450E-9BD1-D30D5810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034F8-3570-4D36-B4EE-BEA9E18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발표 시 검증은 실제 질문 4개로 보여주는 것이 가장 설득력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7373-A481-45E2-8B1E-1FFC65B5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230D4-EC2F-4060-BCD0-ECAAFE8C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9F10A-10DB-4CB1-BA68-B3EDCEDE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76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최근 git 커밋 기준으로 프로젝트 진행 상황을 요약해줘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66CA3-E987-4B26-AC34-213027D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504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D742B-9473-43EC-99BA-E232C921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1398D-C6DF-4F8F-9928-BD596A5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76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로컬 문서 기준으로 중간발표 준비 상태를 알려줘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1D17C-4747-4029-BA7F-1EF17382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F1A53-781A-42DF-97AA-A0DA572E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33ECC-A7E9-4D90-BBC4-A66FC03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19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아직 완료되지 않은 high priority 태스크를 알려줘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95673-91C9-4549-B838-A55CC922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47950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15AF4-B323-4D6D-8EF8-91AAB9E8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384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C525-B76E-4CCC-81AF-E90A39BE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19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지난 회의 이후 진행된 작업과 남은 리스크를 요약해줘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00B2B-6452-4782-BA14-BE91AC93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확인 지표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70D05-C967-4CC9-9560-F5515FAC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CAB6-6FC9-40E2-806D-FF190422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582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evidence 표시 여부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88307-BDEE-447C-9D16-E6F44B43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291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A642B-31F2-4AA3-A27F-D33817A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69582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Debug Mode scoringWeights 변화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76273-F507-4CA0-93D3-9567F475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71A02-94D9-4E3A-A77F-9C64694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397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query-metrics.log 토큰/시간 기록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18B31-F959-457E-A28D-FCB28EDB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673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F1003-B7DE-4658-ACE3-1DEDB33D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13397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Suggested Actions JSON 파싱 결과</a:t>
            </a:r>
          </a:p>
        </p:txBody>
      </p:sp>
    </p:spTree>
    <p:extLst>
      <p:ext uri="{BB962C8B-B14F-4D97-AF65-F5344CB8AC3E}">
        <p14:creationId xmlns:p14="http://schemas.microsoft.com/office/powerpoint/2010/main" val="11521941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F71CD-0DB1-47AC-970E-7623D24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35B9E-62C6-4676-9599-0537CA2C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93F57-32DE-4280-8142-7BA07996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Capstone Agent · c1 @ 35b29fb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48314-6517-46D9-9B08-45C63B7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2FC2A-2B31-4089-BFB6-76235A60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남은 과제는 데모 안정화와 Figma 기반 발표 완성도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679AA-8143-4C91-A05B-F265D672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4B9A3-ED0F-4988-B641-191CC48D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097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69EC2-919D-40A1-8549-D9738723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API key, Git path, local document indexing, DB 초기 상태를 데모 전에 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1F4E2-2F7E-4B09-A5BA-9425F4D2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Evaluation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12DD2-45CF-44B3-B054-A204E7E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860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16F70-B226-433B-A3E3-E787CF01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데이터 소스별 정답 가능 질문과 근거 없는 질문을 분리해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CE5AC-5696-41C9-ADCE-2F575BD7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8E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8E3F"/>
                </a:solidFill>
                <a:latin typeface="Aptos"/>
                <a:ea typeface="Aptos"/>
                <a:cs typeface="Aptos"/>
              </a:rPr>
              <a:t>UX polish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8981E-DC9B-47FC-82A8-A246CC7E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7951C-4E7E-4EFD-BA7B-7DA866A6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Figma에서 Dashboard, Analysis Results, feedback state를 발표용 화면 흐름으로 정리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5820D-CFB1-446D-82D6-2C6C4A9E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52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5200"/>
                </a:solidFill>
                <a:latin typeface="Aptos"/>
                <a:ea typeface="Aptos"/>
                <a:cs typeface="Aptos"/>
              </a:rPr>
              <a:t>Packaging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E6F6E-A5EB-4C89-BCC8-84E8D105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49138-280C-4CD9-B3B0-3987F75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386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새 컴퓨터 실행 가이드: npm install, API key 설정, npm run dev, Git/문서 경로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6A2FF-8827-45C1-836C-E0012F9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933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C92F0-AC95-4E24-9D58-1ADA9D3F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4355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목표: 답변을 생성하는 앱이 아니라, 근거를 확인하며 프로젝트 진행을 추적하는 로컬 AI 에이전트</a:t>
            </a:r>
          </a:p>
        </p:txBody>
      </p:sp>
    </p:spTree>
    <p:extLst>
      <p:ext uri="{BB962C8B-B14F-4D97-AF65-F5344CB8AC3E}">
        <p14:creationId xmlns:p14="http://schemas.microsoft.com/office/powerpoint/2010/main" val="1834340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2026-06-05T11:06:28.4520000Z</dcterms:created>
  <dcterms:modified xsi:type="dcterms:W3CDTF">2026-06-05T11:06:28.4520000Z</dcterms:modified>
</coreProperties>
</file>